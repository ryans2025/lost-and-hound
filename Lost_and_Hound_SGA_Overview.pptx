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457200"/>
            <a:ext cx="2560320" cy="2560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Lost &amp; Hound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SGA Campus Services Committee Overview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5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Grace — Incoming Director, Campus Services Committee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Access Lost &amp; Hound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8046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014984"/>
            <a:ext cx="457200" cy="457200"/>
          </a:xfrm>
          <a:prstGeom prst="ellipse">
            <a:avLst/>
          </a:prstGeom>
          <a:solidFill>
            <a:srgbClr val="C23B22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014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94183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the Website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25272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thelostandhound.com to see the landing page and learn about the platform.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8046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1883664"/>
            <a:ext cx="457200" cy="457200"/>
          </a:xfrm>
          <a:prstGeom prst="ellipse">
            <a:avLst/>
          </a:prstGeom>
          <a:solidFill>
            <a:srgbClr val="D4762C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181051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Preview Demo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12140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"Preview Demo" on the site to explore the app with sample data — no account needed.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606040"/>
            <a:ext cx="8046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2752344"/>
            <a:ext cx="457200" cy="45720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2752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267919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(NEU Email)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299008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have a Northeastern email, sign up to access the real site with live student posts.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520440"/>
            <a:ext cx="8046720" cy="1371600"/>
          </a:xfrm>
          <a:prstGeom prst="rect">
            <a:avLst/>
          </a:prstGeom>
          <a:solidFill>
            <a:srgbClr val="FFF5F0"/>
          </a:solidFill>
          <a:ln w="12700">
            <a:solidFill>
              <a:srgbClr val="C23B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58444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3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require NEU email + Duo authentication?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3913632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confirmation </a:t>
            </a:r>
            <a:pPr indent="0" marL="0">
              <a:buNone/>
            </a:pPr>
            <a:r>
              <a:rPr lang="en-US" sz="12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the user is a real Northeastern student. </a:t>
            </a:r>
            <a:pPr indent="0" marL="0">
              <a:buNone/>
            </a:pPr>
            <a:r>
              <a:rPr lang="en-US" sz="12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 authentication </a:t>
            </a:r>
            <a:pPr indent="0" marL="0">
              <a:buNone/>
            </a:pPr>
            <a:r>
              <a:rPr lang="en-US" sz="12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second layer of identity verification. Together, these ensure only NEU students can post and message — and if a stolen item is reported, we can identify the responsible party through their verified university identity.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on the App Store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&amp; Hound is available as a native iOS app — download it directly from the Apple App Store.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71600" y="1463040"/>
            <a:ext cx="6400800" cy="3383280"/>
          </a:xfrm>
          <a:prstGeom prst="rect">
            <a:avLst/>
          </a:prstGeom>
          <a:solidFill>
            <a:srgbClr val="EEEEEE"/>
          </a:solidFill>
          <a:ln w="19050">
            <a:solidFill>
              <a:srgbClr val="8B8B9E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1371600" y="1463040"/>
            <a:ext cx="64008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App Store Screenshot ]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Moderation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tool for the moderation team to keep the platform safe and organized.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flagged posts &amp; user reports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stolen item disputes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bugs, feedback &amp; support tickets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updates — no refresh needed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0" y="914400"/>
            <a:ext cx="4206240" cy="3931920"/>
          </a:xfrm>
          <a:prstGeom prst="rect">
            <a:avLst/>
          </a:prstGeom>
          <a:solidFill>
            <a:srgbClr val="EEEEEE"/>
          </a:solidFill>
          <a:ln w="19050">
            <a:solidFill>
              <a:srgbClr val="8B8B9E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0" y="914400"/>
            <a:ext cx="42062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Moderation Dashboard Screenshot ]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Finance Page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206240" cy="3840480"/>
          </a:xfrm>
          <a:prstGeom prst="rect">
            <a:avLst/>
          </a:prstGeom>
          <a:solidFill>
            <a:srgbClr val="EEEEEE"/>
          </a:solidFill>
          <a:ln w="19050">
            <a:solidFill>
              <a:srgbClr val="8B8B9E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42062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Finance Page Screenshot 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0" y="100584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all infrastructure costs in real time so we know exactly what the platform costs to run.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Railway, Supabase, Google APIs, OneSignal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cost breakdown per service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cycles &amp; plan tiers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usage tracking &amp; projections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Statistics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4754880" cy="2926080"/>
          </a:xfrm>
          <a:prstGeom prst="rect">
            <a:avLst/>
          </a:prstGeom>
          <a:solidFill>
            <a:srgbClr val="EEEEEE"/>
          </a:solidFill>
          <a:ln w="19050">
            <a:solidFill>
              <a:srgbClr val="8B8B9E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548640" y="86868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Statistics Page Screenshot 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0" y="868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Numbers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669280" y="1371600"/>
            <a:ext cx="3108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0" y="1371600"/>
            <a:ext cx="73152" cy="685800"/>
          </a:xfrm>
          <a:prstGeom prst="rect">
            <a:avLst/>
          </a:prstGeom>
          <a:solidFill>
            <a:srgbClr val="C23B2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138988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3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0" y="17647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Posts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0" y="2194560"/>
            <a:ext cx="3108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0" y="2194560"/>
            <a:ext cx="73152" cy="68580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22128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943600" y="25877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Users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0" y="3017520"/>
            <a:ext cx="3108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0" y="3017520"/>
            <a:ext cx="73152" cy="685800"/>
          </a:xfrm>
          <a:prstGeom prst="rect">
            <a:avLst/>
          </a:prstGeom>
          <a:solidFill>
            <a:srgbClr val="D4762C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30358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76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943600" y="34107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Posts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numbers above before presenting — pull them from the live Stats page!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Lost &amp; Hound – SGA Overview</dc:title>
  <dc:subject>PptxGenJS Presentation</dc:subject>
  <dc:creator>Lost &amp; Hound Team</dc:creator>
  <cp:lastModifiedBy>Lost &amp; Hound Team</cp:lastModifiedBy>
  <cp:revision>1</cp:revision>
  <dcterms:created xsi:type="dcterms:W3CDTF">2026-04-28T00:47:40Z</dcterms:created>
  <dcterms:modified xsi:type="dcterms:W3CDTF">2026-04-28T00:47:40Z</dcterms:modified>
</cp:coreProperties>
</file>